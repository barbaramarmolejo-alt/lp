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entation.xml" ContentType="application/vnd.openxmlformats-officedocument.presentationml.presentation.main+xml"/>
  <Override PartName="/ppt/tags/tag2.xml" ContentType="application/vnd.openxmlformats-officedocument.presentationml.tags+xml"/>
  <Override PartName="/ppt/notesMasters/notesMaster1.xml" ContentType="application/vnd.openxmlformats-officedocument.presentationml.notesMaster+xml"/>
  <Override PartName="/ppt/tags/tag3.xml" ContentType="application/vnd.openxmlformats-officedocument.presentationml.tag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 varScale="1">
        <p:scale>
          <a:sx n="90" d="100"/>
          <a:sy n="90" d="100"/>
        </p:scale>
        <p:origin x="36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53AD1-2928-F14D-AD33-0F543E6101F9}" type="datetimeFigureOut">
              <a:rPr lang="es-CL" smtClean="0"/>
              <a:t>26-10-2026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41775" y="858838"/>
            <a:ext cx="4121150" cy="2319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20788" y="3306763"/>
            <a:ext cx="9763125" cy="2705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262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13563" y="65262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49E40-927B-A043-A580-E4D622718F9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240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828" y="2129917"/>
            <a:ext cx="10379393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1657" y="3847592"/>
            <a:ext cx="8547735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0695A7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0695A7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2B3EB26-E809-090F-A4AA-4B6636FBAE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22891"/>
            <a:ext cx="12218042" cy="1524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552" y="1580261"/>
            <a:ext cx="5311807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8690" y="1580261"/>
            <a:ext cx="5311807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7D49534-1EB8-D8FC-00BE-55A7720F72E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7540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04" imgH="403" progId="TCLayout.ActiveDocument.1">
                  <p:embed/>
                </p:oleObj>
              </mc:Choice>
              <mc:Fallback>
                <p:oleObj name="Diapositiva de think-cell" r:id="rId3" imgW="404" imgH="40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g object 16"/>
          <p:cNvSpPr/>
          <p:nvPr/>
        </p:nvSpPr>
        <p:spPr>
          <a:xfrm>
            <a:off x="0" y="-12"/>
            <a:ext cx="12209145" cy="1022985"/>
          </a:xfrm>
          <a:custGeom>
            <a:avLst/>
            <a:gdLst/>
            <a:ahLst/>
            <a:cxnLst/>
            <a:rect l="l" t="t" r="r" b="b"/>
            <a:pathLst>
              <a:path w="12209145" h="1022985">
                <a:moveTo>
                  <a:pt x="12209145" y="0"/>
                </a:moveTo>
                <a:lnTo>
                  <a:pt x="0" y="0"/>
                </a:lnTo>
                <a:lnTo>
                  <a:pt x="0" y="1022934"/>
                </a:lnTo>
                <a:lnTo>
                  <a:pt x="12209145" y="1022934"/>
                </a:lnTo>
                <a:lnTo>
                  <a:pt x="12209145" y="0"/>
                </a:lnTo>
                <a:close/>
              </a:path>
            </a:pathLst>
          </a:custGeom>
          <a:solidFill>
            <a:srgbClr val="0695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885" y="177730"/>
            <a:ext cx="10367466" cy="709930"/>
          </a:xfrm>
        </p:spPr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7" name="bg object 19">
            <a:extLst>
              <a:ext uri="{FF2B5EF4-FFF2-40B4-BE49-F238E27FC236}">
                <a16:creationId xmlns:a16="http://schemas.microsoft.com/office/drawing/2014/main" id="{33E6335A-3716-7228-63EA-95483B2CA84C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935749" y="169750"/>
            <a:ext cx="719046" cy="557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41DDD-5AB7-6E19-5C75-D09B814ACC19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23238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404" imgH="403" progId="TCLayout.ActiveDocument.1">
                  <p:embed/>
                </p:oleObj>
              </mc:Choice>
              <mc:Fallback>
                <p:oleObj name="Diapositiva de think-cell" r:id="rId8" imgW="404" imgH="40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884" y="177730"/>
            <a:ext cx="11597281" cy="709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1675" y="1436763"/>
            <a:ext cx="5048250" cy="2419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0695A7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51757" y="6389751"/>
            <a:ext cx="3907536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552" y="6389751"/>
            <a:ext cx="280854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1956" y="6389751"/>
            <a:ext cx="280854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CA00B4-CDD7-87A2-F302-C37949C3E35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6722891"/>
            <a:ext cx="12218042" cy="1524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8AF7530-70C1-BC23-233E-EF4891C45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29" y="-27948"/>
            <a:ext cx="12268756" cy="689864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3427" y="3341699"/>
            <a:ext cx="6497955" cy="1176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0"/>
              </a:spcBef>
            </a:pPr>
            <a:r>
              <a:rPr sz="375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TALLER</a:t>
            </a:r>
            <a:r>
              <a:rPr sz="3750" b="1" spc="-13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375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SÍSMICA-</a:t>
            </a:r>
            <a:r>
              <a:rPr sz="375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MINERÍA</a:t>
            </a:r>
            <a:r>
              <a:rPr sz="3750" b="1" spc="-3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375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PROFUNDA</a:t>
            </a:r>
            <a:r>
              <a:rPr sz="3750" b="1" spc="-3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375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DET</a:t>
            </a:r>
            <a:endParaRPr sz="3750" dirty="0">
              <a:latin typeface="Montserrat ExtraBold"/>
              <a:cs typeface="Montserrat Extra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9954" y="4628831"/>
            <a:ext cx="645160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con</a:t>
            </a:r>
            <a:r>
              <a:rPr sz="2400" spc="-4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directores</a:t>
            </a:r>
            <a:r>
              <a:rPr sz="2400" spc="-3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grupo</a:t>
            </a:r>
            <a:r>
              <a:rPr sz="2400" spc="-3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sz="2400" spc="-3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dirty="0">
                <a:solidFill>
                  <a:srgbClr val="FFFFFF"/>
                </a:solidFill>
                <a:latin typeface="Montserrat"/>
                <a:cs typeface="Montserrat"/>
              </a:rPr>
              <a:t>trabajo</a:t>
            </a:r>
            <a:r>
              <a:rPr sz="2400" spc="-3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ontserrat"/>
                <a:cs typeface="Montserrat"/>
              </a:rPr>
              <a:t>accidente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4746" y="4575061"/>
            <a:ext cx="6444615" cy="22860"/>
          </a:xfrm>
          <a:custGeom>
            <a:avLst/>
            <a:gdLst/>
            <a:ahLst/>
            <a:cxnLst/>
            <a:rect l="l" t="t" r="r" b="b"/>
            <a:pathLst>
              <a:path w="6444615" h="22860">
                <a:moveTo>
                  <a:pt x="6444043" y="0"/>
                </a:moveTo>
                <a:lnTo>
                  <a:pt x="0" y="0"/>
                </a:lnTo>
                <a:lnTo>
                  <a:pt x="0" y="22491"/>
                </a:lnTo>
                <a:lnTo>
                  <a:pt x="6444043" y="22491"/>
                </a:lnTo>
                <a:lnTo>
                  <a:pt x="64440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7B60D63-5229-2AC1-6427-8EC8C01965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155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04" imgH="403" progId="TCLayout.ActiveDocument.1">
                  <p:embed/>
                </p:oleObj>
              </mc:Choice>
              <mc:Fallback>
                <p:oleObj name="Diapositiva de think-cell" r:id="rId3" imgW="404" imgH="40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0BA3127-D175-CDDA-89EF-1D0BC7E8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85" y="177730"/>
            <a:ext cx="10367466" cy="738664"/>
          </a:xfrm>
        </p:spPr>
        <p:txBody>
          <a:bodyPr/>
          <a:lstStyle/>
          <a:p>
            <a:r>
              <a:rPr lang="es-MX" dirty="0"/>
              <a:t>Titulo</a:t>
            </a:r>
            <a:br>
              <a:rPr lang="es-MX" dirty="0"/>
            </a:br>
            <a:r>
              <a:rPr lang="es-MX" dirty="0" err="1"/>
              <a:t>asdfafd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8228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717B38D2936B4BAAE96557E5CD8F67" ma:contentTypeVersion="16" ma:contentTypeDescription="Crear nuevo documento." ma:contentTypeScope="" ma:versionID="eb60b1f812aaa47d16cc49ba8fae6f6a">
  <xsd:schema xmlns:xsd="http://www.w3.org/2001/XMLSchema" xmlns:xs="http://www.w3.org/2001/XMLSchema" xmlns:p="http://schemas.microsoft.com/office/2006/metadata/properties" xmlns:ns2="72b8e4d0-5ad9-45db-8bbb-724d1071891e" xmlns:ns3="45725d42-a194-46a3-b7e7-4e88ac8e96c8" targetNamespace="http://schemas.microsoft.com/office/2006/metadata/properties" ma:root="true" ma:fieldsID="1439f3e1bb01b407a56b3b141cb0bfc6" ns2:_="" ns3:_="">
    <xsd:import namespace="72b8e4d0-5ad9-45db-8bbb-724d1071891e"/>
    <xsd:import namespace="45725d42-a194-46a3-b7e7-4e88ac8e96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b8e4d0-5ad9-45db-8bbb-724d1071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04059dad-b601-48a5-9c2b-e21d71df0d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25d42-a194-46a3-b7e7-4e88ac8e96c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24049d2-bb6b-47a7-b94b-0de8e36fefbd}" ma:internalName="TaxCatchAll" ma:showField="CatchAllData" ma:web="45725d42-a194-46a3-b7e7-4e88ac8e96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5725d42-a194-46a3-b7e7-4e88ac8e96c8" xsi:nil="true"/>
    <lcf76f155ced4ddcb4097134ff3c332f xmlns="72b8e4d0-5ad9-45db-8bbb-724d1071891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B601B2-3579-4CF6-B865-8994A67AF388}"/>
</file>

<file path=customXml/itemProps2.xml><?xml version="1.0" encoding="utf-8"?>
<ds:datastoreItem xmlns:ds="http://schemas.openxmlformats.org/officeDocument/2006/customXml" ds:itemID="{3E94933A-7C93-4E00-BA69-EB84618126E8}"/>
</file>

<file path=customXml/itemProps3.xml><?xml version="1.0" encoding="utf-8"?>
<ds:datastoreItem xmlns:ds="http://schemas.openxmlformats.org/officeDocument/2006/customXml" ds:itemID="{C90B593D-0899-4CDD-9C05-4AE2F51EC98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13</Words>
  <Application>Microsoft Office PowerPoint</Application>
  <PresentationFormat>Personalizado</PresentationFormat>
  <Paragraphs>3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Calibri</vt:lpstr>
      <vt:lpstr>Montserrat</vt:lpstr>
      <vt:lpstr>Montserrat ExtraBold</vt:lpstr>
      <vt:lpstr>Office Theme</vt:lpstr>
      <vt:lpstr>Diapositiva de think-cell</vt:lpstr>
      <vt:lpstr>Presentación de PowerPoint</vt:lpstr>
      <vt:lpstr>Titulo asdfafd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Presentación taller mineria profunda</dc:title>
  <dc:creator>Cereceda Quintanilla Marcela (Codelco-Teniente)</dc:creator>
  <cp:lastModifiedBy>Flores Villanueva Brandon (Contratista-Teniente)</cp:lastModifiedBy>
  <cp:revision>12</cp:revision>
  <dcterms:created xsi:type="dcterms:W3CDTF">2026-08-05T20:42:05Z</dcterms:created>
  <dcterms:modified xsi:type="dcterms:W3CDTF">2026-10-26T18:36:44Z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2026-08-05T00:00:00Z</vt:filetime>
  </property>
  <property fmtid="{D5CDD505-2E9C-101B-9397-08002B2CF9AE}" pid="3" name="Creator">
    <vt:lpwstr>Adobe Illustrator 30.6 (Macintosh)</vt:lpwstr>
  </property>
  <property fmtid="{D5CDD505-2E9C-101B-9397-08002B2CF9AE}" pid="4" name="LastSaved">
    <vt:filetime>2026-08-05T00:00:00Z</vt:filetime>
  </property>
  <property fmtid="{D5CDD505-2E9C-101B-9397-08002B2CF9AE}" pid="5" name="Producer">
    <vt:lpwstr>Adobe PDF library 18.00</vt:lpwstr>
  </property>
  <property fmtid="{D5CDD505-2E9C-101B-9397-08002B2CF9AE}" pid="6" name="ContentTypeId">
    <vt:lpwstr>0x01010000717B38D2936B4BAAE96557E5CD8F67</vt:lpwstr>
  </property>
</Properties>
</file>